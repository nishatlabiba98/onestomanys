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1A0E"/>
          </a:solidFill>
          <a:ln w="12700">
            <a:solidFill>
              <a:srgbClr val="2D1A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🌾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OnesToManys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EA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Study Guide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 (master)  →  BuildingPlan (detail)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· Spring Boot · REST API · Vanilla JS · 3-Tier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Picture — 3-Tier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E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16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0" y="960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+ Vanilla JS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user sees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calls to the API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0" y="1783080"/>
            <a:ext cx="0" cy="201168"/>
          </a:xfrm>
          <a:prstGeom prst="line">
            <a:avLst/>
          </a:prstGeom>
          <a:noFill/>
          <a:ln w="19050">
            <a:solidFill>
              <a:srgbClr val="E8B84B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57600" y="1783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883A"/>
                </a:solidFill>
              </a:rPr>
              <a:t>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057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E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359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 Boot REST API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0" y="2468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all requests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localhost:8080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0" y="2926080"/>
            <a:ext cx="0" cy="201168"/>
          </a:xfrm>
          <a:prstGeom prst="line">
            <a:avLst/>
          </a:prstGeom>
          <a:noFill/>
          <a:ln w="19050">
            <a:solidFill>
              <a:srgbClr val="E8B84B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657600" y="2926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883A"/>
                </a:solidFill>
              </a:rPr>
              <a:t>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8229600" cy="91440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32004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E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Tier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5021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74320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E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In-Memory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3611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from SQL files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D2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Database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182880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In-Memory (your setup)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Data lives in RAM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517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Resets on every restart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773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Loads from data.sql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 lock files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Perfect for bootcamp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023360" cy="182880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868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88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File-Based (not used)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2618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 saved to disk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5179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Survives restarts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7739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Can cause lock issues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029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Needs file path config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8412480" cy="502920"/>
          </a:xfrm>
          <a:prstGeom prst="rect">
            <a:avLst/>
          </a:prstGeom>
          <a:solidFill>
            <a:srgbClr val="1A0F0A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788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 Console → http://localhost:8080/h2-console     JDBC URL: jdbc:h2:mem:listdetails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3931920" cy="1371600"/>
          </a:xfrm>
          <a:prstGeom prst="rect">
            <a:avLst/>
          </a:prstGeom>
          <a:solidFill>
            <a:srgbClr val="2D1A0E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schema.sql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3794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tables on startup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+ CREATE every restart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columns &amp; constraints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3429000"/>
            <a:ext cx="3931920" cy="1371600"/>
          </a:xfrm>
          <a:prstGeom prst="rect">
            <a:avLst/>
          </a:prstGeom>
          <a:solidFill>
            <a:srgbClr val="2D1A0E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data.sql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3794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sample data after schema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Nishat, Josh, Alani, Nishan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restart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 — How It Works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40080"/>
          </a:xfrm>
          <a:prstGeom prst="rect">
            <a:avLst/>
          </a:prstGeom>
          <a:solidFill>
            <a:srgbClr val="1A0F0A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(browser/curl)  →  API (Spring Boot)  →  Database (H2)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8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                         waiter                           kitchen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600200"/>
            <a:ext cx="1188720" cy="54864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645920" y="1600200"/>
            <a:ext cx="1188720" cy="548640"/>
          </a:xfrm>
          <a:prstGeom prst="rect">
            <a:avLst/>
          </a:prstGeom>
          <a:solidFill>
            <a:srgbClr val="1A0F0A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926080" y="1600200"/>
            <a:ext cx="1188720" cy="548640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17099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/api/builders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50008"/>
            <a:ext cx="1188720" cy="548640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500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645920" y="2350008"/>
            <a:ext cx="1188720" cy="548640"/>
          </a:xfrm>
          <a:prstGeom prst="rect">
            <a:avLst/>
          </a:prstGeom>
          <a:solidFill>
            <a:srgbClr val="1A0F0A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45920" y="23500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2350008"/>
            <a:ext cx="1188720" cy="548640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3500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24597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/api/builders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099816"/>
            <a:ext cx="1188720" cy="54864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998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645920" y="3099816"/>
            <a:ext cx="1188720" cy="548640"/>
          </a:xfrm>
          <a:prstGeom prst="rect">
            <a:avLst/>
          </a:prstGeom>
          <a:solidFill>
            <a:srgbClr val="1A0F0A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5920" y="30998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26080" y="3099816"/>
            <a:ext cx="1188720" cy="548640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309981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32095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/api/builders/1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849624"/>
            <a:ext cx="1188720" cy="548640"/>
          </a:xfrm>
          <a:prstGeom prst="rect">
            <a:avLst/>
          </a:prstGeom>
          <a:solidFill>
            <a:srgbClr val="6B2010"/>
          </a:solidFill>
          <a:ln w="12700">
            <a:solidFill>
              <a:srgbClr val="6B20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84962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A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1645920" y="3849624"/>
            <a:ext cx="1188720" cy="548640"/>
          </a:xfrm>
          <a:prstGeom prst="rect">
            <a:avLst/>
          </a:prstGeom>
          <a:solidFill>
            <a:srgbClr val="1A0F0A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0" y="384962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926080" y="3849624"/>
            <a:ext cx="1188720" cy="548640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384962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97680" y="39593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/api/builders/1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D2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 Commands ↔ CRUD ↔ Endpoints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5836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73152" cy="658368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95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/api/builders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0" y="98755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builder (name, vision, location) VALUES (?,...)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627632"/>
            <a:ext cx="8412480" cy="658368"/>
          </a:xfrm>
          <a:prstGeom prst="rect">
            <a:avLst/>
          </a:prstGeom>
          <a:solidFill>
            <a:srgbClr val="2D1A0E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27632"/>
            <a:ext cx="73152" cy="658368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66420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975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/api/builders/1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17922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builder WHERE id = 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8412480" cy="658368"/>
          </a:xfrm>
          <a:prstGeom prst="rect">
            <a:avLst/>
          </a:prstGeom>
          <a:solidFill>
            <a:srgbClr val="2D1A0E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432304"/>
            <a:ext cx="73152" cy="658368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UPDATE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7797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/api/builders/1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0" y="25968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 builder SET name=?, vision=? WHERE id = 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8412480" cy="658368"/>
          </a:xfrm>
          <a:prstGeom prst="rect">
            <a:avLst/>
          </a:prstGeom>
          <a:solidFill>
            <a:srgbClr val="2D1A0E"/>
          </a:solidFill>
          <a:ln w="12700">
            <a:solidFill>
              <a:srgbClr val="6B201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236976"/>
            <a:ext cx="73152" cy="658368"/>
          </a:xfrm>
          <a:prstGeom prst="rect">
            <a:avLst/>
          </a:prstGeom>
          <a:solidFill>
            <a:srgbClr val="6B2010"/>
          </a:solidFill>
          <a:ln w="12700">
            <a:solidFill>
              <a:srgbClr val="6B201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73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5844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/api/builders/1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0" y="340156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 FROM builder WHERE id = 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041648"/>
            <a:ext cx="8412480" cy="658368"/>
          </a:xfrm>
          <a:prstGeom prst="rect">
            <a:avLst/>
          </a:prstGeom>
          <a:solidFill>
            <a:srgbClr val="2D1A0E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041648"/>
            <a:ext cx="73152" cy="658368"/>
          </a:xfrm>
          <a:prstGeom prst="rect">
            <a:avLst/>
          </a:prstGeom>
          <a:solidFill>
            <a:srgbClr val="1A4A3A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078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389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/api/builders/1/plans ⭐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65760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building_plan WHERE builder_id = 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Entities — Builder.java &amp; BuildingPlan.java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931920"/>
          </a:xfrm>
          <a:prstGeom prst="rect">
            <a:avLst/>
          </a:prstGeom>
          <a:solidFill>
            <a:srgbClr val="3D2512"/>
          </a:solidFill>
          <a:ln w="12700">
            <a:solidFill>
              <a:srgbClr val="8B3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Builder.java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53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 — maps to builder table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@Id — primary key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3042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@GeneratedValue — auto-increment 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79776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797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name, vision, location, icon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55264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@OneToMany — has many plans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30752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30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cascade=ALL — delete plans with builder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822960"/>
            <a:ext cx="3931920" cy="3931920"/>
          </a:xfrm>
          <a:prstGeom prst="rect">
            <a:avLst/>
          </a:prstGeom>
          <a:solidFill>
            <a:srgbClr val="3D2512"/>
          </a:solidFill>
          <a:ln w="12700">
            <a:solidFill>
              <a:srgbClr val="C462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822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BuildingPlan.java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1353312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3533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@Entity — maps to building_plan table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1828800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828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@Id — primary key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304288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30428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@GeneratedValue — auto-increment id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779776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77977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title, style, notes, icon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255264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325526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squareFeet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730752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7307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@ManyToOne + @JoinColumn(builder_id)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4206240"/>
            <a:ext cx="3749040" cy="384048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42062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@JsonIgnoreProperties — no infinite loop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Repositories — The Database Gateway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solidFill>
            <a:srgbClr val="1A0F0A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Data JPA generates ALL SQL automatically — you write zero SQL in Java!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3931920" cy="3108960"/>
          </a:xfrm>
          <a:prstGeom prst="rect">
            <a:avLst/>
          </a:prstGeom>
          <a:solidFill>
            <a:srgbClr val="2D1A0E"/>
          </a:solidFill>
          <a:ln w="12700">
            <a:solidFill>
              <a:srgbClr val="8B3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BuilderRepository.java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JpaRepository&lt;Builder, Long&gt;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repo.findAll() → SELECT * FROM builder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895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repo.findById(1) → SELECT WHERE id=1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repo.save(b) → INSERT or UPDATE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6941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repo.deleteById(1) → DELETE WHERE id=1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096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repo.existsById(1) → COUNT WHERE id=1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645920"/>
            <a:ext cx="3931920" cy="3108960"/>
          </a:xfrm>
          <a:prstGeom prst="rect">
            <a:avLst/>
          </a:prstGeom>
          <a:solidFill>
            <a:srgbClr val="2D1A0E"/>
          </a:solidFill>
          <a:ln w="12700">
            <a:solidFill>
              <a:srgbClr val="C462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4632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BuildingPlanRepository.java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103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 JpaRepository&lt;BuildingPlan, Long&gt;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48716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methods as BuilderRepository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8895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Plus one custom method: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3291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findByBuilderId(Long id)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369417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SELECT * FROM building_plan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40965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builder_id = 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449884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(method name generates the SQL!)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Controllers — The REST API Layer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658368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73152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@RestController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class handles HTTP requests and returns JSON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4114800" cy="658368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627632"/>
            <a:ext cx="73152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73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@RequestMapping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75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the base URL — all methods start with /api/builders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432304"/>
            <a:ext cx="4114800" cy="658368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432304"/>
            <a:ext cx="73152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478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@GetMapping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79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GET requests → READ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3236976"/>
            <a:ext cx="4114800" cy="658368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236976"/>
            <a:ext cx="73152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82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@PostMapping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POST requests → CREATE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041648"/>
            <a:ext cx="4114800" cy="658368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41648"/>
            <a:ext cx="73152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087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@PutMapping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389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PUT requests → UPDATE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822960"/>
            <a:ext cx="4114800" cy="658368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822960"/>
            <a:ext cx="73152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868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@DeleteMapping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1170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DELETE requests → DELETE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1627632"/>
            <a:ext cx="4114800" cy="658368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1627632"/>
            <a:ext cx="73152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673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@PathVariable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19751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{id} out of the URL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432304"/>
            <a:ext cx="4114800" cy="658368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2432304"/>
            <a:ext cx="73152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4780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@RequestBody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2779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JSON from request body → Java object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3236976"/>
            <a:ext cx="4114800" cy="658368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3236976"/>
            <a:ext cx="73152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32826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ResponseEntity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83480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response with HTTP status (200, 404, etc.)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D2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REST Endpoints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206240" cy="50292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822960" cy="50292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80160" y="8595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/api/builders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80160" y="1097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builders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444752"/>
            <a:ext cx="4206240" cy="50292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444752"/>
            <a:ext cx="822960" cy="50292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447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80160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/api/builders/{id}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280160" y="17190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066544"/>
            <a:ext cx="4206240" cy="50292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66544"/>
            <a:ext cx="822960" cy="502920"/>
          </a:xfrm>
          <a:prstGeom prst="rect">
            <a:avLst/>
          </a:prstGeom>
          <a:solidFill>
            <a:srgbClr val="1A4A3A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6654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28016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/api/builders/{id}/plans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280160" y="23408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builder's plans 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688336"/>
            <a:ext cx="4206240" cy="50292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688336"/>
            <a:ext cx="822960" cy="50292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68833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2724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/api/builders/export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280160" y="29626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Dump all data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3310128"/>
            <a:ext cx="4206240" cy="50292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310128"/>
            <a:ext cx="822960" cy="502920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3101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280160" y="33467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/api/builders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280160" y="35844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builder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931920"/>
            <a:ext cx="4206240" cy="50292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931920"/>
            <a:ext cx="822960" cy="5029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931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80160" y="396849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/api/builders/{id}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280160" y="4206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builder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4553712"/>
            <a:ext cx="4206240" cy="50292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4553712"/>
            <a:ext cx="822960" cy="502920"/>
          </a:xfrm>
          <a:prstGeom prst="rect">
            <a:avLst/>
          </a:prstGeom>
          <a:solidFill>
            <a:srgbClr val="6B2010"/>
          </a:solidFill>
          <a:ln w="12700">
            <a:solidFill>
              <a:srgbClr val="6B201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55371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280160" y="45902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/api/builders/{id}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280160" y="482803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builder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937760" y="822960"/>
            <a:ext cx="4206240" cy="50292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822960"/>
            <a:ext cx="822960" cy="502920"/>
          </a:xfrm>
          <a:prstGeom prst="rect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8229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52160" y="8595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/api/plans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52160" y="10972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937760" y="1444752"/>
            <a:ext cx="4206240" cy="50292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937760" y="1444752"/>
            <a:ext cx="822960" cy="502920"/>
          </a:xfrm>
          <a:prstGeom prst="rect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0" y="14447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52160" y="14813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/api/plans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852160" y="171907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plan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937760" y="2066544"/>
            <a:ext cx="4206240" cy="50292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37760" y="2066544"/>
            <a:ext cx="822960" cy="502920"/>
          </a:xfrm>
          <a:prstGeom prst="rect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37760" y="206654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852160" y="21031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/api/plans/{id}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852160" y="234086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plan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937760" y="2688336"/>
            <a:ext cx="4206240" cy="502920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37760" y="2688336"/>
            <a:ext cx="822960" cy="502920"/>
          </a:xfrm>
          <a:prstGeom prst="rect">
            <a:avLst/>
          </a:prstGeom>
          <a:solidFill>
            <a:srgbClr val="6B2010"/>
          </a:solidFill>
          <a:ln w="12700">
            <a:solidFill>
              <a:srgbClr val="6B201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268833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852160" y="2724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/api/plans/{id}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5852160" y="29626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8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plan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Frontend — index.html (Phase 3)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solidFill>
            <a:srgbClr val="1A0F0A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HTML file = HTML structure + CSS styling + JavaScript logic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51760" cy="2011680"/>
          </a:xfrm>
          <a:prstGeom prst="rect">
            <a:avLst/>
          </a:prstGeom>
          <a:solidFill>
            <a:srgbClr val="3D2512"/>
          </a:solidFill>
          <a:ln w="12700">
            <a:solidFill>
              <a:srgbClr val="8B3A1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cards grid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cards grid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 modals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2011680"/>
          </a:xfrm>
          <a:prstGeom prst="rect">
            <a:avLst/>
          </a:prstGeom>
          <a:solidFill>
            <a:srgbClr val="3D2512"/>
          </a:solidFill>
          <a:ln w="12700">
            <a:solidFill>
              <a:srgbClr val="5C3A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barn theme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Wood grain texture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Gold/amber accents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&amp; hover effects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51760" cy="2011680"/>
          </a:xfrm>
          <a:prstGeom prst="rect">
            <a:avLst/>
          </a:prstGeom>
          <a:solidFill>
            <a:srgbClr val="3D2512"/>
          </a:solidFill>
          <a:ln w="12700">
            <a:solidFill>
              <a:srgbClr val="C4622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4630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196596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calls to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loadBuilders()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selectBuilder(id)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savePlan() / saveBuilder()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657600"/>
            <a:ext cx="8412480" cy="1188720"/>
          </a:xfrm>
          <a:prstGeom prst="rect">
            <a:avLst/>
          </a:prstGeom>
          <a:solidFill>
            <a:srgbClr val="1A0F0A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fetch() works: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0050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fetch('http://localhost:8080/api/builders')   // sends GET request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42336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.then(res =&gt; res.json())                   // parses 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44622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D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.then(builders =&gt; renderBuilders(builders)) // updates the UI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25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0F0A"/>
          </a:solidFill>
          <a:ln w="12700">
            <a:solidFill>
              <a:srgbClr val="1A0F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— Adding a Plan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77824"/>
            <a:ext cx="457200" cy="457200"/>
          </a:xfrm>
          <a:prstGeom prst="ellipse">
            <a:avLst/>
          </a:prstGeom>
          <a:solidFill>
            <a:srgbClr val="5C3A1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77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85953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fills form &amp; clicks Save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1338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savePlan() builds JSON: { title, style, squareFeet, notes, builder: {id:1} }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581912"/>
            <a:ext cx="457200" cy="457200"/>
          </a:xfrm>
          <a:prstGeom prst="ellipse">
            <a:avLst/>
          </a:prstGeom>
          <a:solidFill>
            <a:srgbClr val="8B3A1A"/>
          </a:solidFill>
          <a:ln w="12700">
            <a:solidFill>
              <a:srgbClr val="8B3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56362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fetch() sends POST request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183794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http://localhost:8080/api/plans with JSON body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457200" cy="457200"/>
          </a:xfrm>
          <a:prstGeom prst="ellipse">
            <a:avLst/>
          </a:prstGeom>
          <a:solidFill>
            <a:srgbClr val="C4622D"/>
          </a:solidFill>
          <a:ln w="12700">
            <a:solidFill>
              <a:srgbClr val="C462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26771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receives 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5420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@RequestBody converts JSON → BuildingPlan Java object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457200" cy="457200"/>
          </a:xfrm>
          <a:prstGeom prst="ellipse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90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9718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looked up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2461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builderRepo.findById(1) → SELECT * FROM builder WHERE id = 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457200" cy="457200"/>
          </a:xfrm>
          <a:prstGeom prst="ellipse">
            <a:avLst/>
          </a:prstGeom>
          <a:solidFill>
            <a:srgbClr val="1A4A3A"/>
          </a:solidFill>
          <a:ln w="12700">
            <a:solidFill>
              <a:srgbClr val="1A4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675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saved to H2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39502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repo.save(plan) → INSERT INTO building_plan (...) VALUES (...)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398264"/>
            <a:ext cx="457200" cy="457200"/>
          </a:xfrm>
          <a:prstGeom prst="ellipse">
            <a:avLst/>
          </a:prstGeom>
          <a:solidFill>
            <a:srgbClr val="1A3A4A"/>
          </a:solidFill>
          <a:ln w="12700">
            <a:solidFill>
              <a:srgbClr val="1A3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43799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refreshes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6542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88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selectBuilder() called → plans reload → new card appears on screen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0F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1A0E"/>
          </a:solidFill>
          <a:ln w="12700">
            <a:solidFill>
              <a:srgbClr val="2D1A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8B8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Complete ✓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438912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737360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Phase 1 — REST API with H2 database, full CRUD for both tables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8229600" cy="438912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67712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Phase 2 — Nested endpoint, GUI REST tester, JSON export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98064"/>
            <a:ext cx="8229600" cy="438912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98064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Phase 3 — Vanilla JS frontend with barn theme UI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328416"/>
            <a:ext cx="8229600" cy="438912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28416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One-to-many: Builder → BuildingPlan with @OneToMany / @ManyToOne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58768"/>
            <a:ext cx="8229600" cy="438912"/>
          </a:xfrm>
          <a:prstGeom prst="rect">
            <a:avLst/>
          </a:prstGeom>
          <a:solidFill>
            <a:srgbClr val="2D1A0E"/>
          </a:solidFill>
          <a:ln w="12700">
            <a:solidFill>
              <a:srgbClr val="5C3A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858768"/>
            <a:ext cx="7955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EA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All endpoints tested with curl and api-tester.html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88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ZipCode Wilmington · PyJava2025 · Nishat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OnesToManys — Complete Study Guide</dc:title>
  <dc:subject>PptxGenJS Presentation</dc:subject>
  <dc:creator>PptxGenJS</dc:creator>
  <cp:lastModifiedBy>PptxGenJS</cp:lastModifiedBy>
  <cp:revision>1</cp:revision>
  <dcterms:created xsi:type="dcterms:W3CDTF">2026-04-02T23:04:23Z</dcterms:created>
  <dcterms:modified xsi:type="dcterms:W3CDTF">2026-04-02T23:04:23Z</dcterms:modified>
</cp:coreProperties>
</file>